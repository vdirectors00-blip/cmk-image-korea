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i="1" spc="200" kern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CMK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KOREA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 리뉴얼 기획안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  ·  www.vdirectors.com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→ v2 핵심 변경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772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94560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톤 미확정 (레퍼런스 16개)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94560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매거진 (W·Vogue·Marie Claire)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7860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578608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578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+ Sanity Studio + Cafe24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62656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콘텐츠 관리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2962656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미정 (수기 업데이트 우려)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962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Studio · 비기술자 직접 발행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46704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다국어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346704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통합/분리 미정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346704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분리 (/zh) + 토글 UI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30752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비중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730752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영역 평등 나열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730752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 단위 출강 99% — IA 재편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14800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Lab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4114800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부재 우려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4114800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골격 유지 · 자료 없으면 숨김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498848"/>
            <a:ext cx="1691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퀴즈 리드캡처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4498848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7720" y="449884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→ 캡처(뒤) + 공유 카드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64608"/>
            <a:ext cx="8229600" cy="5486"/>
          </a:xfrm>
          <a:prstGeom prst="rect">
            <a:avLst/>
          </a:prstGeom>
          <a:solidFill>
            <a:srgbClr val="E5E1D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DIRECTION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Magazine.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매거진의 호흡으로 — 누드톤, 세리프 타이포, 풀스크린 인물, 시적 카피.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06040" cy="22860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Korea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인물 풀스크린 헌정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시적 카피 · 큰 세리프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8980" y="1965960"/>
            <a:ext cx="2606040" cy="22860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33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4330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Vogue Korea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330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Grid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43300" y="3566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한글 카테고리 위계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타일 그리드 · 여백의 균형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965960"/>
            <a:ext cx="2606040" cy="22860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Marie Claire KR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Magazine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35661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카드 그리드 + lazy-loading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섹션 구분의 절제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Nude  ·  Serif  ·  Full-screen Portrait  ·  Poetic Copy  ·  White Space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골격.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88366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28600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Hero · 5초 퀴즈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시그니처 4카드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거래기업 · 수치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CEO · Contact CTA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55448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9192" y="188366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CMK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9192" y="228600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브랜드 철학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CEO 조미경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HISTORY 타임라인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컨설턴트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1993392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5C3D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554480"/>
            <a:ext cx="1993392" cy="45720"/>
          </a:xfrm>
          <a:prstGeom prst="rect">
            <a:avLst/>
          </a:prstGeom>
          <a:solidFill>
            <a:srgbClr val="5C3D27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188366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6592" y="228600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기업 출강 ★ 본진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임원 PI (1:1)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기관·공공 출강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미디어 트레이닝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1554480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93992" y="188366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93992" y="2286000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Taste Image Scale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이미지컨설턴트 전략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퍼스널컬러 진단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메이크업 · 신청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278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55701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LAB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" y="3959352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퍼스널컬러·스타일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골격·헤어 연구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칼럼 아카이브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(자료 없으면 숨김)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14600" y="3227832"/>
            <a:ext cx="199339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9192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79192" y="355701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79192" y="3959352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CMK NEWS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강의·미디어 노출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인터뷰·방송·기고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3227832"/>
            <a:ext cx="1993392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5C3D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227832"/>
            <a:ext cx="1993392" cy="45720"/>
          </a:xfrm>
          <a:prstGeom prst="rect">
            <a:avLst/>
          </a:prstGeom>
          <a:solidFill>
            <a:srgbClr val="5C3D27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355701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36592" y="3959352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 Consulting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Corporate Inquiry ★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Academy 수강 문의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29400" y="3227832"/>
            <a:ext cx="1993392" cy="1508760"/>
          </a:xfrm>
          <a:prstGeom prst="rect">
            <a:avLst/>
          </a:prstGeom>
          <a:solidFill>
            <a:srgbClr val="F7F4EE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93992" y="355701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전역 옵션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93992" y="3959352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 / 中 토글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 · SSL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개인정보처리방침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이용약관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=  B2B 동선 강조 영역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HOME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메인 페이지.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순서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풀스크린 인물 + 시적 카피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21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5초 퍼스널컬러 퀴즈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0" y="22219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인터랙티브 리드 후크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151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시그니처 서비스 4카드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615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기업 출강 · PI · 기관 · 미디어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008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거래 기업 로고월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3008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 신뢰 자산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401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누적 수치 callout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교육 임직원 · 출강 기업 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조미경 소개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3794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헤리티지 · 권위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1879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CTA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4187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3분기 인콰이어리로 분기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554480"/>
            <a:ext cx="7315" cy="3200400"/>
          </a:xfrm>
          <a:prstGeom prst="rect">
            <a:avLst/>
          </a:prstGeom>
          <a:solidFill>
            <a:srgbClr val="E5E1D9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COPY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보이는 것이,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21208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전해지는 것입니다.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212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seen is what is communicated.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361188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7947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범용 · 매거진 톤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B2B는 본문·페이지로 흘려보냄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캠페인 비주얼·OG 이미지로 재활용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ABOUT CMK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 · 사람 · 시간.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93392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브랜드 철학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CMK가 정의하는 이미지란 무엇인가.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3축 (Image · Identity · Influence)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시적 카피 + 한 컷의 인물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691640"/>
            <a:ext cx="1993392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조미경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88036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인사말 · 경력 · 시그니처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저서 · 미디어 노출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AICI 직함 (확인 후 반영)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1993392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288036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타임라인 형태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주요 컨설팅 · 수상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기업 출강 마일스톤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691640"/>
            <a:ext cx="1993392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23774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288036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파트너 컨설턴트 프로필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Academy 졸업생 진로 갤러리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인물 카드 · 클릭 시 상세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INPUT NEEDED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인사말 카피  ·  학력·경력 영문 표기  ·  AICI 직함  ·  저서·미디어 자료  ·  PEOPLE 강사진 프로필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CONSULTING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임직원 단위의 출강이 본진.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3017520"/>
          </a:xfrm>
          <a:prstGeom prst="rect">
            <a:avLst/>
          </a:prstGeom>
          <a:solidFill>
            <a:srgbClr val="F7F4EE"/>
          </a:solidFill>
          <a:ln w="19050">
            <a:solidFill>
              <a:srgbClr val="5C3D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3931920" cy="54864"/>
          </a:xfrm>
          <a:prstGeom prst="rect">
            <a:avLst/>
          </a:prstGeom>
          <a:solidFill>
            <a:srgbClr val="5C3D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08960" y="1965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6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기업 출강 컨설팅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본진  ·  99%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29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임직원 단체 교육 · 부서별 · 직급별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맞춤 커리큘럼 (인사담당과 협의)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사내 워크숍 · 분기 정기 교육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4114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임원 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C레벨 1:1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5780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Man-to-Man 코칭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 Identity 디자인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장기 동행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734056"/>
            <a:ext cx="4114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기관 · 공공 출강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30998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관공서 · 금융권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57800" y="32826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공공 이미지 · 의전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금융 임원 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공기업 교육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776472"/>
            <a:ext cx="411480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867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3849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미디어 트레이닝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41422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 · 면접 · 보이스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57800" y="4325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미디어 인터뷰 코칭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면접 이미지 트레이닝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보이스 · 발음 · 자세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ACADEMY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자격 과정 · 강사 양성.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93392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/ 입문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Image 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감각 · 톤 · 분류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691640"/>
            <a:ext cx="1993392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8288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97480" y="20756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이미지컨설턴트 전략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4505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이론 · 컨설팅 프로세스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1993392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8288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20756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퍼스널컬러 진단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4505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4계절 16타입 · 진단법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691640"/>
            <a:ext cx="1993392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82880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12280" y="207568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메이크업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4505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톤별 메이크업 · 실습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19933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일정 · 수강료 게시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050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Academy 페이지 정식 공개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14600" y="3337560"/>
            <a:ext cx="19933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97480" y="37490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신청 폼 작성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4050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이름 · 연락처 · 희망 과정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3337560"/>
            <a:ext cx="19933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37490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입금 안내 (별도)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050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운영자가 카톡·문자로 안내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3337560"/>
            <a:ext cx="199339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12280" y="374904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수강 확정 · 알림톡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40507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자동 알림톡 발송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자격증 발행 주체는 외부 인증 기관  ·  공신력 강조 카피로 풀어냄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LAB &amp; COMMUNITY.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30175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LAB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콘텐츠 아카이브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004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퍼스널컬러 · 스타일 연구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골격 · 헤어 연구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대표 · 강사진 칼럼 아카이브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콘텐츠 없을 시 자동 숨김 (Sanity 데이터 기반)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023360" cy="30175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소식 · 미디어 · 활동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6324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2004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CMK NEWS  ·  공지 · 행사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강의 · 미디어 노출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인터뷰 · 방송 · 기고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카드 그리드 + 카테고리 필터 (Sanity tag)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CONTACT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3분기 인콰이어리.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30175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컨설팅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이름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연락처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희망 일정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관심 영역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예산 (선택)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691640"/>
            <a:ext cx="2697480" cy="3017520"/>
          </a:xfrm>
          <a:prstGeom prst="rect">
            <a:avLst/>
          </a:prstGeom>
          <a:solidFill>
            <a:srgbClr val="F7F4EE"/>
          </a:solidFill>
          <a:ln w="19050">
            <a:solidFill>
              <a:srgbClr val="5C3D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691640"/>
            <a:ext cx="2697480" cy="54864"/>
          </a:xfrm>
          <a:prstGeom prst="rect">
            <a:avLst/>
          </a:prstGeom>
          <a:solidFill>
            <a:srgbClr val="5C3D2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출강 ★ 본진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310896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회사명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담당자 · 직책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연락처 · 이메일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예상 인원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교육 주제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희망 일정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예산 범위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추가 메모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97480" cy="30175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 문의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3108960"/>
            <a:ext cx="36576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이름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연락처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희망 과정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참여 가능 기수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 수강 동기 (선택)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5초 퍼스널컬러 퀴즈.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메인 후크 · 결과 → 리드 캡처 → 인스타 공유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F7F4EE"/>
          </a:solidFill>
          <a:ln w="10160">
            <a:solidFill>
              <a:srgbClr val="A886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혈관색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920240"/>
            <a:ext cx="548640" cy="548640"/>
          </a:xfrm>
          <a:prstGeom prst="ellipse">
            <a:avLst/>
          </a:prstGeom>
          <a:solidFill>
            <a:srgbClr val="F7F4EE"/>
          </a:solidFill>
          <a:ln w="10160">
            <a:solidFill>
              <a:srgbClr val="A886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84832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햇볕 반응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9664" y="1920240"/>
            <a:ext cx="548640" cy="548640"/>
          </a:xfrm>
          <a:prstGeom prst="ellipse">
            <a:avLst/>
          </a:prstGeom>
          <a:solidFill>
            <a:srgbClr val="F7F4EE"/>
          </a:solidFill>
          <a:ln w="10160">
            <a:solidFill>
              <a:srgbClr val="A886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2464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액세서리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97296" y="1920240"/>
            <a:ext cx="548640" cy="548640"/>
          </a:xfrm>
          <a:prstGeom prst="ellipse">
            <a:avLst/>
          </a:prstGeom>
          <a:solidFill>
            <a:srgbClr val="F7F4EE"/>
          </a:solidFill>
          <a:ln w="10160">
            <a:solidFill>
              <a:srgbClr val="A886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729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0096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옷 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24928" y="1920240"/>
            <a:ext cx="548640" cy="548640"/>
          </a:xfrm>
          <a:prstGeom prst="ellipse">
            <a:avLst/>
          </a:prstGeom>
          <a:solidFill>
            <a:srgbClr val="F7F4EE"/>
          </a:solidFill>
          <a:ln w="10160">
            <a:solidFill>
              <a:srgbClr val="A886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6772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매력 키워드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2697480" cy="14173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매거진형 풀스크린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050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큰 인물 사진 + 시즌 무드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시적 카피 한 줄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어울리는 팔레트 6색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337560"/>
            <a:ext cx="2697480" cy="1417320"/>
          </a:xfrm>
          <a:prstGeom prst="rect">
            <a:avLst/>
          </a:prstGeom>
          <a:solidFill>
            <a:srgbClr val="F7F4EE"/>
          </a:solidFill>
          <a:ln w="15240">
            <a:solidFill>
              <a:srgbClr val="5C3D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C3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후크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4050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스크롤 시 디테일 잠금 해제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이름 · 연락처 입력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리포트 발송 약속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337560"/>
            <a:ext cx="2697480" cy="141732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40507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인스타 카드 자동 생성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링크 공유 · 백링크 효과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 인콰이어리 CTA 노출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 × Sanity × Cafe24.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정적 산출물 → SSL → 비기술자가 직접 발행 가능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554480" cy="18288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Studio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대표·실장 직접 글·사진 입력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1168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48840" y="2011680"/>
            <a:ext cx="1554480" cy="18288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코드 · 콘텐츠 메타 버전관리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0332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2011680"/>
            <a:ext cx="1554480" cy="18288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2336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빌드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Astro build → 정적 HTML 생성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32120" y="2011680"/>
            <a:ext cx="1554480" cy="18288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FTP Upload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71500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빌드 결과물을 Cafe24로 전송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8660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23760" y="2011680"/>
            <a:ext cx="1554480" cy="182880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Cafe24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0664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0664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정적 서빙 · SSL · 도메인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TIME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글 발행 → 사이트 반영까지 약 5분  ·  방문자 입장에서는 100% 정적 사이트 (빠름)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SCHEMA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Sanity 데이터 모델.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어떤 콘텐츠를 어떻게 입력하는지 — Studio 좌측 메뉴 구조와 동일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92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페이지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24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HOME, ABOUT, 등 · hero · 섹션 블록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78308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92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컨설팅 영역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251460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624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제목 · 부제 · 설명 · 카테고리 · 정렬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78308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92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AcademyCourse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2194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51460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624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제목 · 일정 · 수강료 · 정원 · 신청폼 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NEWS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97764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제목 · 카테고리 · 본문 · 대표사진 · 게시일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24612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LabArticle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29000" y="397764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제목 · 분야 · 본문 · 저자 · 발행일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3246120"/>
            <a:ext cx="2697480" cy="1325880"/>
          </a:xfrm>
          <a:prstGeom prst="rect">
            <a:avLst/>
          </a:prstGeom>
          <a:solidFill>
            <a:srgbClr val="FAF8F4"/>
          </a:solidFill>
          <a:ln w="6350">
            <a:solidFill>
              <a:srgbClr val="ECE7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강사진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3977640"/>
            <a:ext cx="274320" cy="10973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40873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이름 · 직함 · 약력 · 사진 · 정렬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3D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SiteSettings (전역 메타·연락처·SNS·푸터 카피) · 모든 타입은 KO / 中 다국어 필드 동시 보유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VDIRECTORS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886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여기서 개발로.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91056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591056" cy="45720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기획안 v2 컨펌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274320" cy="10973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내부 합의 · 필요시 고객 미팅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85416" y="1828800"/>
            <a:ext cx="1591056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1828800"/>
            <a:ext cx="1591056" cy="45720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14" name="Text 12"/>
          <p:cNvSpPr/>
          <p:nvPr/>
        </p:nvSpPr>
        <p:spPr>
          <a:xfrm>
            <a:off x="2368296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68296" y="26060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블로커 4개 확정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68296" y="3520440"/>
            <a:ext cx="274320" cy="10973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17" name="Text 15"/>
          <p:cNvSpPr/>
          <p:nvPr/>
        </p:nvSpPr>
        <p:spPr>
          <a:xfrm>
            <a:off x="2368296" y="3611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자격 발행 · 수강료 · 다국어 · 도메인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13632" y="1828800"/>
            <a:ext cx="1591056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13632" y="1828800"/>
            <a:ext cx="1591056" cy="45720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20" name="Text 18"/>
          <p:cNvSpPr/>
          <p:nvPr/>
        </p:nvSpPr>
        <p:spPr>
          <a:xfrm>
            <a:off x="4096512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96512" y="26060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.md 핸드오프 작성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96512" y="3520440"/>
            <a:ext cx="274320" cy="10973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23" name="Text 21"/>
          <p:cNvSpPr/>
          <p:nvPr/>
        </p:nvSpPr>
        <p:spPr>
          <a:xfrm>
            <a:off x="4096512" y="3611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Code용 기술 명세서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41848" y="1828800"/>
            <a:ext cx="1591056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41848" y="1828800"/>
            <a:ext cx="1591056" cy="45720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26" name="Text 24"/>
          <p:cNvSpPr/>
          <p:nvPr/>
        </p:nvSpPr>
        <p:spPr>
          <a:xfrm>
            <a:off x="5824728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824728" y="26060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· 콘텐츠 입력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24728" y="3520440"/>
            <a:ext cx="274320" cy="10973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29" name="Text 27"/>
          <p:cNvSpPr/>
          <p:nvPr/>
        </p:nvSpPr>
        <p:spPr>
          <a:xfrm>
            <a:off x="5824728" y="3611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Astro + Sanity 동시 진행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70064" y="1828800"/>
            <a:ext cx="1591056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70064" y="1828800"/>
            <a:ext cx="1591056" cy="45720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32" name="Text 30"/>
          <p:cNvSpPr/>
          <p:nvPr/>
        </p:nvSpPr>
        <p:spPr>
          <a:xfrm>
            <a:off x="7552944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52944" y="26060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Cafe24 배포 · 오픈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52944" y="3520440"/>
            <a:ext cx="274320" cy="10973"/>
          </a:xfrm>
          <a:prstGeom prst="rect">
            <a:avLst/>
          </a:prstGeom>
          <a:solidFill>
            <a:srgbClr val="A8866C"/>
          </a:solidFill>
          <a:ln/>
        </p:spPr>
      </p:sp>
      <p:sp>
        <p:nvSpPr>
          <p:cNvPr id="35" name="Text 33"/>
          <p:cNvSpPr/>
          <p:nvPr/>
        </p:nvSpPr>
        <p:spPr>
          <a:xfrm>
            <a:off x="7552944" y="361188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FTP 자동화 · SSL · 도메인 전환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86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기획안 v2 컨펌  →  .md 핸드오프  →  Claude Code 개발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CMK 이미지코리아 홈페이지 리뉴얼 기획안 v2</dc:title>
  <dc:subject>PptxGenJS Presentation</dc:subject>
  <dc:creator>VDIRECTORS</dc:creator>
  <cp:lastModifiedBy>VDIRECTORS</cp:lastModifiedBy>
  <cp:revision>1</cp:revision>
  <dcterms:created xsi:type="dcterms:W3CDTF">2026-05-21T05:32:26Z</dcterms:created>
  <dcterms:modified xsi:type="dcterms:W3CDTF">2026-05-21T05:32:26Z</dcterms:modified>
</cp:coreProperties>
</file>